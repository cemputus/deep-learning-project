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9288-1ba2-8574-8000-000023afaba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18188" y="6437417"/>
            <a:ext cx="4288931" cy="1778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 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2017494" y="6994978"/>
            <a:ext cx="4288931" cy="1778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 </a:t>
            </a:r>
            <a:endParaRPr lang="en-US" sz="1600" dirty="0"/>
          </a:p>
        </p:txBody>
      </p:sp>
      <p:sp>
        <p:nvSpPr>
          <p:cNvPr id="5" name="Text Box 4"/>
          <p:cNvSpPr txBox="1"/>
          <p:nvPr/>
        </p:nvSpPr>
        <p:spPr>
          <a:xfrm>
            <a:off x="885190" y="6276975"/>
            <a:ext cx="6821805" cy="25241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noAutofit/>
          </a:bodyPr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92e8-7632-88a6-8000-00002614d61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92a2-1482-870a-8000-0000d21d62e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929b-d442-880b-8000-00003129d7e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929d-41d2-8f79-8000-0000460ec38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929c-7aa2-8c0b-8000-000014bcec1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929b-ace2-83a7-8000-0000e789f7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92b7-6cb2-8354-8000-0000bf06066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92bc-6c62-8c4c-8000-0000e571bc7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92b5-7cb2-8b3d-8000-0000b92be8e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92b4-1462-8b15-8000-00009ee97eb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92b6-1ff2-84ae-8000-0000303281b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92ca-2682-8321-8000-0000509aee1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92ce-9fc2-85dc-8000-0000497367f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92d0-8b72-80ea-8000-0000423ffab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92ce-8ad2-8df9-8000-000013d6db4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92c9-6212-89a7-8000-000078c5871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92ff-4252-822e-8000-0000aab2cb8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WPS Presentation</Application>
  <PresentationFormat>On-screen Show (16:9)</PresentationFormat>
  <Paragraphs>4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SimSun</vt:lpstr>
      <vt:lpstr>Wingdings</vt:lpstr>
      <vt:lpstr>Microsoft YaHei</vt:lpstr>
      <vt:lpstr>Microsoft YaHei</vt:lpstr>
      <vt:lpstr>Calibri</vt:lpstr>
      <vt:lpstr>Arial Unicode MS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Transformer for Bean Disease Detection</dc:title>
  <dc:creator>Kimi</dc:creator>
  <dc:subject>Vision Transformer for Bean Disease Detection</dc:subject>
  <cp:lastModifiedBy>ray twine</cp:lastModifiedBy>
  <cp:revision>3</cp:revision>
  <dcterms:created xsi:type="dcterms:W3CDTF">2025-12-04T13:45:00Z</dcterms:created>
  <dcterms:modified xsi:type="dcterms:W3CDTF">2025-12-04T14:34:51Z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{"Label":"Vision Transformer for Bean Disease Detection","ContentProducer":"001191110108MACG2KBH8F10000","ProduceID":"d4on3nlpa8fre5nf01lg","ReservedCode1":"","ContentPropagator":"001191110108MACG2KBH8F20000","PropagateID":"d4on3nlpa8fre5nf01lg","ReservedCode2":""}</vt:lpwstr>
  </property>
  <property fmtid="{D5CDD505-2E9C-101B-9397-08002B2CF9AE}" pid="3" name="ICV">
    <vt:lpwstr>36EA2D56880A4452B460237713C4070F_13</vt:lpwstr>
  </property>
  <property fmtid="{D5CDD505-2E9C-101B-9397-08002B2CF9AE}" pid="4" name="KSOProductBuildVer">
    <vt:lpwstr>1033-12.2.0.23155</vt:lpwstr>
  </property>
</Properties>
</file>